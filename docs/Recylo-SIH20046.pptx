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ef9845d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ef9845d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ef9845d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ef9845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fef9845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fef9845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ef9845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ef9845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ef9845d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ef9845d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ef9845d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fef9845d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ef9845d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ef9845d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ef9845d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ef9845d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ef9845d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fef9845d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ef9845d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ef9845d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45475" y="-49610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 title="BharatDR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 title="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 title="BharatDRS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 title="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